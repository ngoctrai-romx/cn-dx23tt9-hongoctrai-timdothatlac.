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ĐỒ ÁN CHUYÊN NGÀNH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XÂY DỰNG WEBSITE TÌM KIẾM ĐỒ THẤT LẠC</a:t>
            </a:r>
          </a:p>
          <a:p>
            <a:pPr>
              <a:defRPr sz="2400"/>
            </a:pPr>
            <a:r>
              <a:t>Sinh viên: Hồ Ngọc Trai</a:t>
            </a:r>
          </a:p>
          <a:p>
            <a:pPr>
              <a:defRPr sz="2400"/>
            </a:pPr>
            <a:r>
              <a:t>MSSV: 170123090</a:t>
            </a:r>
          </a:p>
          <a:p>
            <a:pPr>
              <a:defRPr sz="2400"/>
            </a:pPr>
            <a:r>
              <a:t>GVHD: Nguyễn Nhứt 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Lý do chọn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Thông tin mất đồ phân tán, khó tìm kiếm; cần nền tảng tập trung để kết nối người mất và người nhặt được.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Đăng ký/đăng nhập</a:t>
            </a:r>
          </a:p>
          <a:p>
            <a:pPr>
              <a:defRPr sz="2400"/>
            </a:pPr>
            <a:r>
              <a:t>Đăng tin mất đồ/nhặt được đồ</a:t>
            </a:r>
          </a:p>
          <a:p>
            <a:pPr>
              <a:defRPr sz="2400"/>
            </a:pPr>
            <a:r>
              <a:t>Tìm kiếm, lọc bài đăng</a:t>
            </a:r>
          </a:p>
          <a:p>
            <a:pPr>
              <a:defRPr sz="2400"/>
            </a:pPr>
            <a:r>
              <a:t>Chọn vị trí trên bản đồ</a:t>
            </a:r>
          </a:p>
          <a:p>
            <a:pPr>
              <a:defRPr sz="2400"/>
            </a:pPr>
            <a:r>
              <a:t>Lưu dữ liệu MongoDB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Công nghệ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Next.js, React, MongoDB, Mongoose, NextAuth, bcryptjs, Leaflet, OpenStreetMap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Chức năng chính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Trang chủ</a:t>
            </a:r>
          </a:p>
          <a:p>
            <a:pPr>
              <a:defRPr sz="2400"/>
            </a:pPr>
            <a:r>
              <a:t>Danh sách bài đăng</a:t>
            </a:r>
          </a:p>
          <a:p>
            <a:pPr>
              <a:defRPr sz="2400"/>
            </a:pPr>
            <a:r>
              <a:t>Đăng tin mới</a:t>
            </a:r>
          </a:p>
          <a:p>
            <a:pPr>
              <a:defRPr sz="2400"/>
            </a:pPr>
            <a:r>
              <a:t>Bản đồ chọn vị trí</a:t>
            </a:r>
          </a:p>
          <a:p>
            <a:pPr>
              <a:defRPr sz="2400"/>
            </a:pPr>
            <a:r>
              <a:t>API quản lý bài đăng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Thiết kế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User: name, phone, email, password</a:t>
            </a:r>
          </a:p>
          <a:p>
            <a:pPr>
              <a:defRPr sz="2400"/>
            </a:pPr>
            <a:r>
              <a:t>Post: title, type, category, description, location, author,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đạt được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Hoàn thiện giao diện và chức năng cơ bản</a:t>
            </a:r>
          </a:p>
          <a:p>
            <a:pPr>
              <a:defRPr sz="2400"/>
            </a:pPr>
            <a:r>
              <a:t>Có xác thực người dùng</a:t>
            </a:r>
          </a:p>
          <a:p>
            <a:pPr>
              <a:defRPr sz="2400"/>
            </a:pPr>
            <a:r>
              <a:t>Có lưu dữ liệu MongoDB</a:t>
            </a:r>
          </a:p>
          <a:p>
            <a:pPr>
              <a:defRPr sz="2400"/>
            </a:pPr>
            <a:r>
              <a:t>Có tích hợp bản đồ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Hạn chế &amp;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Hoàn thiện upload ảnh</a:t>
            </a:r>
          </a:p>
          <a:p>
            <a:pPr>
              <a:defRPr sz="2400"/>
            </a:pPr>
            <a:r>
              <a:t>Thêm admin dashboard</a:t>
            </a:r>
          </a:p>
          <a:p>
            <a:pPr>
              <a:defRPr sz="2400"/>
            </a:pPr>
            <a:r>
              <a:t>Thêm chat/thông báo</a:t>
            </a:r>
          </a:p>
          <a:p>
            <a:pPr>
              <a:defRPr sz="2400"/>
            </a:pPr>
            <a:r>
              <a:t>Tìm kiếm theo khoảng cách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thuyết trình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Link video thuyết trình: [Dán link Google Drive/YouTube tại đây]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Website đáp ứng mục tiêu đề tài và có thể phát triển thành sản phẩm hỗ trợ cộng đồng tìm lại đồ thất lạc.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