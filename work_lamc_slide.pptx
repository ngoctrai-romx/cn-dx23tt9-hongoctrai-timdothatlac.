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Đồ Án Chuyên Ngành — Website Tìm Đồ Thất Lạc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15/5/2026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XÂY DỰNG WEBSITE TÌM KIẾM ĐỒ THẤT LẠC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222222"/>
                </a:solidFill>
              </a:rPr>
              <a:t>Hồ Ngọc Trai — 170123090 — DX23TT9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Đại học Trà Vinh — Khoa Kỹ thuật &amp; Công nghệ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GVHD: Thầy Nguyễn Nhứt Lam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 GIỚI THIỆU ĐỀ TÀI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222222"/>
                </a:solidFill>
              </a:rPr>
              <a:t>Thực trạng: Thông tin thất lạc bị trôi trên mạng xã hội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Mục tiêu: Xây dựng hệ thống đăng tin &amp; tìm kiếm có tổ chức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Đối tượng: Sinh viên, người dân tại đô thị, trường học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Giá trị: Kết nối cộng đồng, minh bạch, an toàn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 VẤN ĐỀ THỰC TẾ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222222"/>
                </a:solidFill>
              </a:rPr>
              <a:t>📱 Thông tin trôi — Bài đăng Facebook mất hút sau vài giờ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📋 Không cấu trúc — Không danh mục, không bản đồ, không tìm kiếm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🔍 Khó đối chiếu — Người nhặt không biết tìm ai, người mất không biết ai giữ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⚠️ Lừa đảo — Kẻ xấu yêu cầu chuyển tiền chuộc đồ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GIẢI PHÁP TIMDO.VN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222222"/>
                </a:solidFill>
              </a:rPr>
              <a:t>📝 Đăng tin có cấu trúc — Danh mục, mô tả, hình ảnh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🗺️ Bản đồ tương tác — Ghim chính xác vị trí mất/nhặt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🔍 Tìm kiếm thông minh — Từ khóa, danh mục, loại tin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🔐 Xác thực người dùng — Đăng ký/đăng nhập với bảo mật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🛡️ Cảnh báo an toàn — Chống lừa đảo, bảo vệ người dùng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 CÔNG NGHỆ SỬ DỤNG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222222"/>
                </a:solidFill>
              </a:rPr>
              <a:t>Frontend: Next.js 14 (App Router) + React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CSS: CSS thuần + Design System (CSS Variables)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Database: MongoDB + Mongoose ODM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Auth: NextAuth.js + JWT + bcryptjs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Bản đồ: Leaflet + OpenStreetMap + Nominatim API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 KIẾN TRÚC HỆ THỐNG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Client-Server với Next.js App Router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Next.js App Router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API Routes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MongoDB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Trình duyệt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Layout + Pages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CRUD Posts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Users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React UI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Server/Client Components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Auth (NextAuth)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Posts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6. GIAO DIỆN NGƯỜI DÙNG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222222"/>
                </a:solidFill>
              </a:rPr>
              <a:t>🎨 Bảng màu: Indigo (#6366f1) chủ đạo, Xanh lá (#10b981), Đỏ (#ef4444)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📐 Typography: Font Inter, scale chuẩn, weights đa dạng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✨ Glassmorphism: backdrop-filter + border trong suốt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🎭 Animations: fadeIn, slideUp, float, pulse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📱 Responsive: Desktop → Tablet → Mobile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7. CHỨC NĂNG CHÍNH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222222"/>
                </a:solidFill>
              </a:rPr>
              <a:t>🏠 Trang Chủ — Hero, tìm kiếm, thống kê, danh mục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📋 Tin đăng — Grid 3 cột, lọc, tìm kiếm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📝 Đăng tin — Form + Map Picker + Validation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🔐 Đăng nhập / Đăng ký — NextAuth + JWT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📖 Hướng dẫn — Step-by-step + FAQ + Cảnh báo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 TÍNH NĂNG BẢN ĐỒ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222222"/>
                </a:solidFill>
              </a:rPr>
              <a:t>📍 Click để ghim vị trí mất/nhặt đồ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🔍 Tìm kiếm địa danh bằng Nominatim API (tỉnh/thành, đường phố)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🎯 Tự động bay đến vị trí đã chọn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🔄 Hỗ trợ phóng to, thu nhỏ, kéo thả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9. CƠ SỞ DỮ LIỆU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MongoDB — 2 Collections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Collection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Thông tin lưu trữ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Users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name, email (unique), phone, password (bcrypt hash), role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Posts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title, type (lost/found), category, location (lat,lng), author, status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10. KẾT QUẢ ĐẠT ĐƯỢC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222222"/>
                </a:solidFill>
              </a:rPr>
              <a:t>✅ 6 trang giao diện hoàn chỉnh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✅ Design System đồng bộ (Dark theme + Responsive)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✅ Xác thực người dùng (NextAuth + JWT + bcrypt)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✅ Kết nối MongoDB (CRUD bài đăng, lưu user)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✅ Bản đồ tương tác (Leaflet + Nominatim)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✅ Tìm kiếm &amp; Lọc thông minh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✅ Trang hướng dẫn + Cảnh báo an toàn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11. HẠN CHẾ &amp; HƯỚNG PHÁT TRIỂN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222222"/>
                </a:solidFill>
              </a:rPr>
              <a:t>📸 Upload ảnh thật lên Cloud Storage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👑 Trang quản trị Admin (quản lý bài đăng, thống kê)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💬 Chat real-time giữa người dùng (Socket.io)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📧 Thông báo tự động Email/SMS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📄 Phân trang + SEO + Chi tiết bài đăng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12. KẾT LUẬN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222222"/>
                </a:solidFill>
              </a:rPr>
              <a:t>✅ Xây dựng thành công website tìm đồ thất lạc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✅ Giải quyết vấn đề kết nối người mất &amp; người nhặt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✅ Sử dụng công nghệ hiện đại, dễ mở rộng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✅ Nền tảng vững chắc cho phát triển tương lai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"Cùng nhau xây dựng cộng đồng tử tế hơn"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CẢM ƠN THẦY VÀ CÁC BẠN ĐÃ LẮNG NGHE!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222222"/>
                </a:solidFill>
              </a:rPr>
              <a:t>📧 Email: (Chờ bổ sung)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📱 Điện thoại: (Chờ bổ sung)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🌐 Website: TimDo.vn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Trường Đại học Trà Vinh — Khoa Kỹ thuật &amp; Công nghệ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2026-05-15T13:53:47Z</dcterms:created>
  <dcterms:modified xsi:type="dcterms:W3CDTF">2026-05-15T13:53:47Z</dcterms:modified>
</cp:coreProperties>
</file>